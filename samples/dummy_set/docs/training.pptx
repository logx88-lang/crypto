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코인 처리 시스템 교육 자료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Coin Processing System Training — 신입 교육용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시스템 구성 / Architecture</a:t>
            </a:r>
          </a:p>
        </p:txBody>
      </p:sp>
      <p:pic>
        <p:nvPicPr>
          <p:cNvPr id="3" name="Picture 2" descr="system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6858000" cy="37899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장비 비교 /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7315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571500"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XM-200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TG-15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통신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RS-232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RS-485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시작바이트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STX 0x02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SOH 0x01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검증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CRC-16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요약 /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프레임 시작 바이트로 장비를 구분한다</a:t>
            </a:r>
          </a:p>
          <a:p>
            <a:pPr lvl="1"/>
            <a:r>
              <a:t>XM-200: STX(0x02) + XOR 체크섬</a:t>
            </a:r>
          </a:p>
          <a:p>
            <a:pPr lvl="1"/>
            <a:r>
              <a:t>TG-15: SOH(0x01) + CRC-16</a:t>
            </a:r>
          </a:p>
          <a:p>
            <a:pPr lvl="1"/>
            <a:r>
              <a:t>장애 시 매뉴얼 4장 참조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